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83" r:id="rId11"/>
    <p:sldId id="284" r:id="rId12"/>
    <p:sldId id="285" r:id="rId13"/>
    <p:sldId id="286" r:id="rId14"/>
    <p:sldId id="268" r:id="rId15"/>
    <p:sldId id="287" r:id="rId16"/>
    <p:sldId id="288" r:id="rId17"/>
    <p:sldId id="289" r:id="rId18"/>
    <p:sldId id="290" r:id="rId19"/>
    <p:sldId id="269" r:id="rId20"/>
    <p:sldId id="270" r:id="rId21"/>
    <p:sldId id="291" r:id="rId22"/>
    <p:sldId id="292" r:id="rId23"/>
    <p:sldId id="293" r:id="rId24"/>
    <p:sldId id="271" r:id="rId25"/>
    <p:sldId id="272" r:id="rId26"/>
    <p:sldId id="295" r:id="rId27"/>
    <p:sldId id="273" r:id="rId28"/>
    <p:sldId id="274" r:id="rId29"/>
    <p:sldId id="275" r:id="rId30"/>
    <p:sldId id="276" r:id="rId31"/>
    <p:sldId id="294" r:id="rId32"/>
    <p:sldId id="277" r:id="rId33"/>
    <p:sldId id="297" r:id="rId34"/>
    <p:sldId id="298" r:id="rId35"/>
    <p:sldId id="299" r:id="rId36"/>
    <p:sldId id="300" r:id="rId37"/>
    <p:sldId id="278" r:id="rId38"/>
    <p:sldId id="296" r:id="rId39"/>
    <p:sldId id="280" r:id="rId40"/>
    <p:sldId id="281" r:id="rId41"/>
    <p:sldId id="282" r:id="rId4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162" autoAdjust="0"/>
  </p:normalViewPr>
  <p:slideViewPr>
    <p:cSldViewPr snapToGrid="0" snapToObjects="1">
      <p:cViewPr varScale="1">
        <p:scale>
          <a:sx n="67" d="100"/>
          <a:sy n="67" d="100"/>
        </p:scale>
        <p:origin x="147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16012"/>
            <a:ext cx="7772400" cy="1470025"/>
          </a:xfrm>
        </p:spPr>
        <p:txBody>
          <a:bodyPr/>
          <a:lstStyle/>
          <a:p>
            <a:r>
              <a:rPr dirty="0"/>
              <a:t>Majeed Foods Desktop Management Application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009900"/>
            <a:ext cx="6400800" cy="1752600"/>
          </a:xfrm>
        </p:spPr>
        <p:txBody>
          <a:bodyPr/>
          <a:lstStyle/>
          <a:p>
            <a:r>
              <a:rPr dirty="0"/>
              <a:t>Presented By: Umais, Asad, Aitzaz</a:t>
            </a:r>
            <a:endParaRPr lang="en-US" dirty="0"/>
          </a:p>
          <a:p>
            <a:r>
              <a:rPr lang="en-GB" dirty="0"/>
              <a:t>Instructor: Mudassar Azam Sindhu</a:t>
            </a:r>
            <a:endParaRPr dirty="0"/>
          </a:p>
          <a:p>
            <a:r>
              <a:rPr dirty="0"/>
              <a:t>Fall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This system is design to automate:</a:t>
            </a:r>
          </a:p>
          <a:p>
            <a:r>
              <a:rPr lang="en-US" dirty="0"/>
              <a:t>Menu</a:t>
            </a:r>
          </a:p>
          <a:p>
            <a:r>
              <a:rPr lang="en-US" dirty="0"/>
              <a:t>Stock</a:t>
            </a:r>
          </a:p>
          <a:p>
            <a:r>
              <a:rPr lang="en-US" dirty="0"/>
              <a:t>Shifts</a:t>
            </a:r>
          </a:p>
          <a:p>
            <a:r>
              <a:rPr lang="en-US" dirty="0"/>
              <a:t>Balance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Designed using Java, SQL Server, MVC architecture.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Restaurant operations are manual, time-consuming</a:t>
            </a:r>
            <a:r>
              <a:rPr dirty="0"/>
              <a:t> lack accuracy</a:t>
            </a:r>
            <a:r>
              <a:rPr lang="en-US" dirty="0"/>
              <a:t> as well as:</a:t>
            </a:r>
          </a:p>
          <a:p>
            <a:r>
              <a:rPr lang="en-US" dirty="0"/>
              <a:t>No real time inventory check</a:t>
            </a:r>
          </a:p>
          <a:p>
            <a:r>
              <a:rPr lang="en-US" dirty="0"/>
              <a:t>Manual Shift Planning </a:t>
            </a:r>
          </a:p>
          <a:p>
            <a:r>
              <a:rPr lang="en-US" dirty="0"/>
              <a:t>No digital balance tracking</a:t>
            </a:r>
          </a:p>
          <a:p>
            <a:pPr marL="0" indent="0">
              <a:buNone/>
            </a:pPr>
            <a:r>
              <a:rPr lang="en-US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Our goals were to:</a:t>
            </a:r>
          </a:p>
          <a:p>
            <a:r>
              <a:rPr lang="en-US" dirty="0"/>
              <a:t>Reduce manager load</a:t>
            </a:r>
          </a:p>
          <a:p>
            <a:r>
              <a:rPr lang="en-US" dirty="0"/>
              <a:t>Automate routine operations</a:t>
            </a:r>
          </a:p>
          <a:p>
            <a:r>
              <a:rPr lang="en-US" dirty="0"/>
              <a:t>Improve record accuracy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</a:t>
            </a:r>
            <a:r>
              <a:rPr dirty="0"/>
              <a:t>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Desktop Application</a:t>
            </a:r>
          </a:p>
          <a:p>
            <a:r>
              <a:rPr lang="en-US" dirty="0"/>
              <a:t>Local Database </a:t>
            </a:r>
          </a:p>
          <a:p>
            <a:r>
              <a:rPr lang="en-US" dirty="0"/>
              <a:t>Manager + Waiter Dashboard</a:t>
            </a:r>
          </a:p>
          <a:p>
            <a:r>
              <a:rPr lang="en-US" dirty="0"/>
              <a:t>Real time CRUD operations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Frontend: Java Swing(latest Version)</a:t>
            </a:r>
          </a:p>
          <a:p>
            <a:r>
              <a:rPr lang="en-US" dirty="0"/>
              <a:t>Backend: Controllers+ JDBC</a:t>
            </a:r>
          </a:p>
          <a:p>
            <a:r>
              <a:rPr lang="en-US" dirty="0"/>
              <a:t>Database: SQL Server</a:t>
            </a:r>
          </a:p>
          <a:p>
            <a:r>
              <a:rPr lang="en-US" dirty="0"/>
              <a:t>Architecture: MVC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SRS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Functional Areas:</a:t>
            </a:r>
          </a:p>
          <a:p>
            <a:r>
              <a:rPr lang="en-US" sz="3000" dirty="0"/>
              <a:t>Menu Management</a:t>
            </a:r>
          </a:p>
          <a:p>
            <a:r>
              <a:rPr lang="en-US" sz="3000" dirty="0"/>
              <a:t>Stock Management</a:t>
            </a:r>
          </a:p>
          <a:p>
            <a:r>
              <a:rPr lang="en-US" sz="3000" dirty="0"/>
              <a:t>Shift Management</a:t>
            </a:r>
          </a:p>
          <a:p>
            <a:r>
              <a:rPr lang="en-US" dirty="0"/>
              <a:t>Balance Management</a:t>
            </a:r>
          </a:p>
          <a:p>
            <a:pPr marL="0" indent="0">
              <a:buNone/>
            </a:pPr>
            <a:r>
              <a:rPr lang="en-US" dirty="0"/>
              <a:t>Non-Functional Areas:</a:t>
            </a:r>
          </a:p>
          <a:p>
            <a:r>
              <a:rPr lang="en-US" sz="3000" dirty="0"/>
              <a:t>UI consistency</a:t>
            </a:r>
          </a:p>
          <a:p>
            <a:r>
              <a:rPr lang="en-US" sz="3000" dirty="0"/>
              <a:t>Response Speed </a:t>
            </a:r>
          </a:p>
          <a:p>
            <a:r>
              <a:rPr lang="en-US" sz="3000" dirty="0"/>
              <a:t>Modularity</a:t>
            </a:r>
            <a:endParaRPr sz="3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 - Menu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BCA4798-8430-FE63-8A1D-8CCCFB5D71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9854" y="1417638"/>
            <a:ext cx="6564292" cy="464717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Use Case - </a:t>
            </a:r>
            <a:r>
              <a:rPr lang="en-US" dirty="0"/>
              <a:t>Shift</a:t>
            </a:r>
            <a:endParaRPr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ECD7C9C-2C4F-CC2E-879F-EDE06DC3E7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0249" y="1200150"/>
            <a:ext cx="9172575" cy="56578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486FF-4C68-AAFC-3B82-0FA8AB932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Sequence Diagram</a:t>
            </a:r>
            <a:endParaRPr lang="en-GB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568AE0A-49C8-24C0-EE78-3A8EED45E5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8800" y="1417638"/>
            <a:ext cx="5486400" cy="5279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8989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DA8FE-412C-1119-1D1B-76DAA0BFE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Sequence Diagram</a:t>
            </a:r>
            <a:endParaRPr lang="en-GB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E81BE3A-B0C3-5315-FB87-D70DF32A27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5963" y="1274763"/>
            <a:ext cx="9144000" cy="5583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4162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2FDC9-9E42-193E-39A6-5C08250E4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Sequence Diagram</a:t>
            </a:r>
            <a:endParaRPr lang="en-GB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C531788-DD9C-9964-B75E-744B0EA1D7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1650" y="1417638"/>
            <a:ext cx="9101137" cy="500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9528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B3FDA-1185-F800-A09C-374CEC9A7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Sequence Diagram</a:t>
            </a:r>
            <a:endParaRPr lang="en-GB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D9727EB-5DCB-9FEC-53D6-6901B230D0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2348" y="1417638"/>
            <a:ext cx="9407652" cy="5297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1447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25412"/>
            <a:ext cx="8229600" cy="1143000"/>
          </a:xfrm>
        </p:spPr>
        <p:txBody>
          <a:bodyPr/>
          <a:lstStyle/>
          <a:p>
            <a:r>
              <a:rPr dirty="0"/>
              <a:t>Domain Model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6C6DDBE-BF38-150D-867F-750234B7C5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4425" y="789955"/>
            <a:ext cx="7215188" cy="588230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ED49B-FDDF-EC1A-7602-CE4B7D5CF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7" y="-160611"/>
            <a:ext cx="8229600" cy="1143000"/>
          </a:xfrm>
        </p:spPr>
        <p:txBody>
          <a:bodyPr/>
          <a:lstStyle/>
          <a:p>
            <a:r>
              <a:rPr lang="en-US" dirty="0"/>
              <a:t>Sequence Diagram</a:t>
            </a:r>
            <a:endParaRPr lang="en-GB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6105356-2E8B-9987-F2D7-A091B36ED5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7965" y="852323"/>
            <a:ext cx="7436644" cy="5805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1001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03308-A3CE-4157-EF42-F47369016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Sequence Diagram</a:t>
            </a:r>
            <a:endParaRPr lang="en-GB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B3B579B-0E25-064D-F272-D3384D85B7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2296" y="1417638"/>
            <a:ext cx="7879408" cy="5083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5403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26D83-7542-C6DE-B3B7-644236806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Sequence Diagram</a:t>
            </a:r>
            <a:endParaRPr lang="en-GB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75327AA-F24C-103E-C0E5-3F71035B49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0397" y="1086723"/>
            <a:ext cx="7843206" cy="5771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8338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E8CC5-347E-D433-EE05-8F0EC71B4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Sequence Diagram</a:t>
            </a:r>
            <a:endParaRPr lang="en-GB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EAA7FA6-FF06-F255-1E17-260F6B98B8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2751" y="1314451"/>
            <a:ext cx="7998497" cy="5414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322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87" y="-296862"/>
            <a:ext cx="8229600" cy="1143000"/>
          </a:xfrm>
        </p:spPr>
        <p:txBody>
          <a:bodyPr/>
          <a:lstStyle/>
          <a:p>
            <a:r>
              <a:rPr dirty="0"/>
              <a:t>Design Class Diagram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6E6E6BC-2929-E3D8-62C6-302AC6DCC3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888" y="671513"/>
            <a:ext cx="9329737" cy="608427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DB Schema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5DB4C87-64E7-2830-4A83-EB59477C14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5345" y="1417638"/>
            <a:ext cx="5153310" cy="24442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4E3A3E-CF32-49B0-CD99-EDAAEADC6D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8225" y="3861848"/>
            <a:ext cx="5153310" cy="19992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989AEE0-47CD-46AD-D568-D28DBBDC862B}"/>
              </a:ext>
            </a:extLst>
          </p:cNvPr>
          <p:cNvSpPr txBox="1"/>
          <p:nvPr/>
        </p:nvSpPr>
        <p:spPr>
          <a:xfrm>
            <a:off x="457200" y="1814513"/>
            <a:ext cx="15381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Manager</a:t>
            </a:r>
          </a:p>
          <a:p>
            <a:endParaRPr lang="en-GB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CB6D4A-3032-5D10-1BEE-0FFAF243EF48}"/>
              </a:ext>
            </a:extLst>
          </p:cNvPr>
          <p:cNvSpPr txBox="1"/>
          <p:nvPr/>
        </p:nvSpPr>
        <p:spPr>
          <a:xfrm>
            <a:off x="457200" y="4215118"/>
            <a:ext cx="13287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Waiter</a:t>
            </a:r>
            <a:endParaRPr lang="en-GB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4E731-AEBD-D118-72E1-46FD5AD23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DB Schema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9A0D4A0-3388-BF34-A378-70CEDC27F5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8812" y="1605665"/>
            <a:ext cx="4886325" cy="195192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212109A-D1ED-DCE5-6D40-D8C242BCE26D}"/>
              </a:ext>
            </a:extLst>
          </p:cNvPr>
          <p:cNvSpPr txBox="1"/>
          <p:nvPr/>
        </p:nvSpPr>
        <p:spPr>
          <a:xfrm>
            <a:off x="457200" y="2012909"/>
            <a:ext cx="12715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Menu</a:t>
            </a:r>
          </a:p>
        </p:txBody>
      </p:sp>
      <p:pic>
        <p:nvPicPr>
          <p:cNvPr id="11" name="Content Placeholder 4">
            <a:extLst>
              <a:ext uri="{FF2B5EF4-FFF2-40B4-BE49-F238E27FC236}">
                <a16:creationId xmlns:a16="http://schemas.microsoft.com/office/drawing/2014/main" id="{05A9A4A9-2D35-F232-6166-053D4B7E42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8788" y="3745615"/>
            <a:ext cx="5784157" cy="257073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539104D-5F43-AC92-FB8D-912CD863EFF5}"/>
              </a:ext>
            </a:extLst>
          </p:cNvPr>
          <p:cNvSpPr txBox="1"/>
          <p:nvPr/>
        </p:nvSpPr>
        <p:spPr>
          <a:xfrm>
            <a:off x="457200" y="4506010"/>
            <a:ext cx="12287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Shift</a:t>
            </a:r>
          </a:p>
          <a:p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27660943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ACA48-767B-3ABD-997D-5010DCE54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DB Schema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AFC148-814E-8124-CACE-53E4A7327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4526" y="4348073"/>
            <a:ext cx="5660662" cy="1909852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D8651E5A-CC7E-6A9B-0694-116BC034AE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14526" y="1734214"/>
            <a:ext cx="5000624" cy="215198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0D26C22-8EC6-3077-ACE1-0FABF0608DA7}"/>
              </a:ext>
            </a:extLst>
          </p:cNvPr>
          <p:cNvSpPr txBox="1"/>
          <p:nvPr/>
        </p:nvSpPr>
        <p:spPr>
          <a:xfrm>
            <a:off x="377860" y="2236524"/>
            <a:ext cx="12858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Stock</a:t>
            </a:r>
          </a:p>
          <a:p>
            <a:endParaRPr lang="en-GB" sz="1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1F66BD-52BB-3738-F167-511411A3EA27}"/>
              </a:ext>
            </a:extLst>
          </p:cNvPr>
          <p:cNvSpPr txBox="1"/>
          <p:nvPr/>
        </p:nvSpPr>
        <p:spPr>
          <a:xfrm>
            <a:off x="377860" y="4599517"/>
            <a:ext cx="12858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Stats</a:t>
            </a:r>
          </a:p>
        </p:txBody>
      </p:sp>
    </p:spTree>
    <p:extLst>
      <p:ext uri="{BB962C8B-B14F-4D97-AF65-F5344CB8AC3E}">
        <p14:creationId xmlns:p14="http://schemas.microsoft.com/office/powerpoint/2010/main" val="11079204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2DAD0-DA57-A9CA-319E-BEFD27077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DB Schema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44E1443-DAE7-3D2A-D380-BFB4B34DC4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4418" y="3128607"/>
            <a:ext cx="5735163" cy="210061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AF5480E-6D8F-C684-2089-627DCFC1B99B}"/>
              </a:ext>
            </a:extLst>
          </p:cNvPr>
          <p:cNvSpPr txBox="1"/>
          <p:nvPr/>
        </p:nvSpPr>
        <p:spPr>
          <a:xfrm>
            <a:off x="3314700" y="2261800"/>
            <a:ext cx="40433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Balance</a:t>
            </a: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19159350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Screenshots - Login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User </a:t>
            </a:r>
            <a:r>
              <a:rPr lang="en-US" dirty="0"/>
              <a:t>login</a:t>
            </a:r>
            <a:r>
              <a:rPr dirty="0"/>
              <a:t> screen.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CD4159-A588-7228-E7D4-E8C3410E5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378" y="2581082"/>
            <a:ext cx="4819909" cy="359008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Screenshots -</a:t>
            </a:r>
            <a:r>
              <a:rPr lang="en-US" dirty="0"/>
              <a:t> Manager</a:t>
            </a:r>
            <a:r>
              <a:rPr dirty="0"/>
              <a:t> Dashboard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4B0288E-2EC2-A2EF-2C79-7BAC3F165B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2061" y="1814748"/>
            <a:ext cx="6766063" cy="454225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EC73-6086-85DB-5406-C24F7F31C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Screenshots - Waiter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052579C-AE97-8363-3A69-7B3428FCD6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6463" y="1627597"/>
            <a:ext cx="7473123" cy="5121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0111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Screenshots - Menu UI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6FCB5D2-55E5-980A-CD90-C0185DCF71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6812" y="1380193"/>
            <a:ext cx="7135650" cy="510741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-157163"/>
            <a:ext cx="8229600" cy="1143000"/>
          </a:xfrm>
        </p:spPr>
        <p:txBody>
          <a:bodyPr/>
          <a:lstStyle/>
          <a:p>
            <a:r>
              <a:rPr dirty="0"/>
              <a:t>Screenshots - Stock UI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4C0F9E1-3117-14CE-D01D-6736339668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7826" y="1082230"/>
            <a:ext cx="7768347" cy="5361433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Screenshots - Shift UI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233FFB-6718-53D3-4175-39DAB3F778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5825" y="1340055"/>
            <a:ext cx="7429499" cy="5243307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Screenshots - Balance UI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682F708-F80D-46F9-7EE6-F098D2014F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6668" y="1417638"/>
            <a:ext cx="6310479" cy="4939761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B0A38-C0D2-782D-FEA8-5D6264074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Screenshots - Report UI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6063FC8-B16F-9C7F-C04F-2511960771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7971" y="1574273"/>
            <a:ext cx="5968058" cy="5009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0851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Working Demo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6BCCC-44A4-4B78-AF9E-EC40BD0F0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Acceptance Test – Add Menu Item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0A3492-1C72-0BA7-87D7-C361182DE0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b="1" dirty="0"/>
              <a:t>Feature</a:t>
            </a:r>
            <a:r>
              <a:rPr lang="en-GB" sz="2400" dirty="0"/>
              <a:t>: Add Menu Item</a:t>
            </a:r>
          </a:p>
          <a:p>
            <a:r>
              <a:rPr lang="en-GB" sz="2400" b="1" dirty="0"/>
              <a:t>Objective</a:t>
            </a:r>
            <a:r>
              <a:rPr lang="en-GB" sz="2400" dirty="0"/>
              <a:t>: Verify menu addition.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F75C66F-2C82-6BAF-9A7F-745D6183F3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2496076"/>
              </p:ext>
            </p:extLst>
          </p:nvPr>
        </p:nvGraphicFramePr>
        <p:xfrm>
          <a:off x="1295400" y="2986881"/>
          <a:ext cx="6096000" cy="17526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17613848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2755156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58585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9405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Enter name + 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Fields accept input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0314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Click “Add Item”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Item stored + table refreshes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72303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Check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New record exists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152625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A0B15DA-6639-9D9A-2E41-847E33C3E4DE}"/>
              </a:ext>
            </a:extLst>
          </p:cNvPr>
          <p:cNvSpPr txBox="1"/>
          <p:nvPr/>
        </p:nvSpPr>
        <p:spPr>
          <a:xfrm>
            <a:off x="1295400" y="5257800"/>
            <a:ext cx="1957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Result:</a:t>
            </a:r>
            <a:r>
              <a:rPr lang="en-GB" sz="2400" dirty="0"/>
              <a:t> Pass</a:t>
            </a:r>
          </a:p>
        </p:txBody>
      </p:sp>
    </p:spTree>
    <p:extLst>
      <p:ext uri="{BB962C8B-B14F-4D97-AF65-F5344CB8AC3E}">
        <p14:creationId xmlns:p14="http://schemas.microsoft.com/office/powerpoint/2010/main" val="21969945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1510C-634A-C3FA-CEE9-0B645EF5F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91DA0-72C7-A53C-C444-ED5DBC1BA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Acceptance Test – Add Stock Item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279A0-1FE0-48FB-1F71-B0C9F162F6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b="1" dirty="0"/>
              <a:t>Feature</a:t>
            </a:r>
            <a:r>
              <a:rPr lang="en-GB" sz="2400" dirty="0"/>
              <a:t>: Stock Creation</a:t>
            </a:r>
          </a:p>
          <a:p>
            <a:r>
              <a:rPr lang="en-GB" sz="2400" b="1" dirty="0"/>
              <a:t>Objective</a:t>
            </a:r>
            <a:r>
              <a:rPr lang="en-GB" sz="2400" dirty="0"/>
              <a:t>: Verify stock addition.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61BF7DA-6860-71CC-DE1D-6AAB0D7DB4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9807536"/>
              </p:ext>
            </p:extLst>
          </p:nvPr>
        </p:nvGraphicFramePr>
        <p:xfrm>
          <a:off x="1295400" y="2986881"/>
          <a:ext cx="6096000" cy="2021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17613848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2755156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58585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9405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Enter name, qty, 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Fields accept input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0314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Click “Add Stock”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Stock stored + table refreshes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72303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Check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New record exists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152625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47D5903-B8CF-8C19-8461-38663CB3772C}"/>
              </a:ext>
            </a:extLst>
          </p:cNvPr>
          <p:cNvSpPr txBox="1"/>
          <p:nvPr/>
        </p:nvSpPr>
        <p:spPr>
          <a:xfrm>
            <a:off x="1295400" y="5257800"/>
            <a:ext cx="1957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Result:</a:t>
            </a:r>
            <a:r>
              <a:rPr lang="en-GB" sz="2400" dirty="0"/>
              <a:t> Pass</a:t>
            </a:r>
          </a:p>
        </p:txBody>
      </p:sp>
    </p:spTree>
    <p:extLst>
      <p:ext uri="{BB962C8B-B14F-4D97-AF65-F5344CB8AC3E}">
        <p14:creationId xmlns:p14="http://schemas.microsoft.com/office/powerpoint/2010/main" val="69335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C9DBD-14E5-FD6C-66EC-5BE54BDF2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0D39D-0570-0ED9-FA38-8388B70D8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Acceptance Test – Assign Waiter to Shift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F63E5-C8AE-4131-8D54-250E145FD2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b="1" dirty="0"/>
              <a:t>Feature</a:t>
            </a:r>
            <a:r>
              <a:rPr lang="en-GB" sz="2400" dirty="0"/>
              <a:t>: Shift Assignment</a:t>
            </a:r>
          </a:p>
          <a:p>
            <a:r>
              <a:rPr lang="en-GB" sz="2400" b="1" dirty="0"/>
              <a:t>Objective</a:t>
            </a:r>
            <a:r>
              <a:rPr lang="en-GB" sz="2400" dirty="0"/>
              <a:t>: Verify waiter assignment.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613DF2D-608A-2689-00D1-903C854CAF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6970122"/>
              </p:ext>
            </p:extLst>
          </p:nvPr>
        </p:nvGraphicFramePr>
        <p:xfrm>
          <a:off x="1295400" y="2986881"/>
          <a:ext cx="6096000" cy="2392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17613848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2755156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58585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9405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Select shift row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Highlighted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0314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r>
                        <a:rPr lang="en-GB" dirty="0"/>
                        <a:t>lick “Assign Waiters”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Waiters Dialogue Box opens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72303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Select Waiter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  <a:r>
                        <a:rPr lang="en-GB" dirty="0"/>
                        <a:t>aiter assigned to shift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1526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Check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New record exists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46677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BCAE7C5-AFF3-1E97-A4BA-6A6E6068F850}"/>
              </a:ext>
            </a:extLst>
          </p:cNvPr>
          <p:cNvSpPr txBox="1"/>
          <p:nvPr/>
        </p:nvSpPr>
        <p:spPr>
          <a:xfrm>
            <a:off x="1295400" y="5522029"/>
            <a:ext cx="1957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Result:</a:t>
            </a:r>
            <a:r>
              <a:rPr lang="en-GB" sz="2400" dirty="0"/>
              <a:t> Pass</a:t>
            </a:r>
          </a:p>
        </p:txBody>
      </p:sp>
    </p:spTree>
    <p:extLst>
      <p:ext uri="{BB962C8B-B14F-4D97-AF65-F5344CB8AC3E}">
        <p14:creationId xmlns:p14="http://schemas.microsoft.com/office/powerpoint/2010/main" val="40711699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D8F2E-55CE-47F4-B462-883548E5D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4D865-2393-EE16-8FA7-95162C2B5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Acceptance Test – Deduct Purchase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DC089-1081-5DE4-DDE9-274313879E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b="1" dirty="0"/>
              <a:t>Feature</a:t>
            </a:r>
            <a:r>
              <a:rPr lang="en-GB" sz="2400" dirty="0"/>
              <a:t>: Balance Deduction</a:t>
            </a:r>
          </a:p>
          <a:p>
            <a:r>
              <a:rPr lang="en-GB" sz="2400" b="1" dirty="0"/>
              <a:t>Objective</a:t>
            </a:r>
            <a:r>
              <a:rPr lang="en-GB" sz="2400" dirty="0"/>
              <a:t>: Update balance after purchase.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BA876D4-6423-9585-E531-B547EB5D7C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2016927"/>
              </p:ext>
            </p:extLst>
          </p:nvPr>
        </p:nvGraphicFramePr>
        <p:xfrm>
          <a:off x="1295400" y="2986881"/>
          <a:ext cx="6096000" cy="2392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17613848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2755156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58585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9405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Enter purchase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Accepted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0314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Click “Deduct Purchase”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Success message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72303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Current Balance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Amount decreases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1526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Check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New record exists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46677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4B62ED6-21E7-E48A-2279-EBF9E35B00CC}"/>
              </a:ext>
            </a:extLst>
          </p:cNvPr>
          <p:cNvSpPr txBox="1"/>
          <p:nvPr/>
        </p:nvSpPr>
        <p:spPr>
          <a:xfrm>
            <a:off x="1295400" y="5522029"/>
            <a:ext cx="1957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Result:</a:t>
            </a:r>
            <a:r>
              <a:rPr lang="en-GB" sz="2400" dirty="0"/>
              <a:t> Pass</a:t>
            </a:r>
          </a:p>
        </p:txBody>
      </p:sp>
    </p:spTree>
    <p:extLst>
      <p:ext uri="{BB962C8B-B14F-4D97-AF65-F5344CB8AC3E}">
        <p14:creationId xmlns:p14="http://schemas.microsoft.com/office/powerpoint/2010/main" val="36420385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Project Structuring (MVC)</a:t>
            </a:r>
          </a:p>
          <a:p>
            <a:r>
              <a:rPr lang="en-US" dirty="0"/>
              <a:t>Consistency</a:t>
            </a:r>
          </a:p>
          <a:p>
            <a:r>
              <a:rPr lang="en-US" dirty="0"/>
              <a:t>Data access and retrieval issues from DB</a:t>
            </a:r>
            <a:endParaRPr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B0FFC-36E7-355E-01F4-EFA38AB05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Requirements Coverage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DD4A4F-0F51-EC51-1671-99D6146323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Functional requirements achieved</a:t>
            </a:r>
          </a:p>
          <a:p>
            <a:r>
              <a:rPr lang="en-GB" dirty="0"/>
              <a:t>Non-functional achieved</a:t>
            </a:r>
          </a:p>
          <a:p>
            <a:r>
              <a:rPr lang="en-GB" dirty="0"/>
              <a:t>Design alignment matched with SRS</a:t>
            </a:r>
          </a:p>
        </p:txBody>
      </p:sp>
    </p:spTree>
    <p:extLst>
      <p:ext uri="{BB962C8B-B14F-4D97-AF65-F5344CB8AC3E}">
        <p14:creationId xmlns:p14="http://schemas.microsoft.com/office/powerpoint/2010/main" val="16356147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The project successfully achieved:</a:t>
            </a:r>
          </a:p>
          <a:p>
            <a:r>
              <a:rPr lang="en-GB" dirty="0"/>
              <a:t>Automated daily tasks</a:t>
            </a:r>
          </a:p>
          <a:p>
            <a:r>
              <a:rPr lang="en-GB" dirty="0"/>
              <a:t>Enhanced manager productivity</a:t>
            </a:r>
          </a:p>
          <a:p>
            <a:r>
              <a:rPr lang="en-GB" dirty="0"/>
              <a:t>Improved data reliability</a:t>
            </a:r>
            <a:endParaRPr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POS(Point of Sale) system integration</a:t>
            </a:r>
            <a:r>
              <a:rPr dirty="0"/>
              <a:t>.</a:t>
            </a:r>
            <a:endParaRPr lang="en-US" dirty="0"/>
          </a:p>
          <a:p>
            <a:r>
              <a:rPr lang="en-GB" dirty="0"/>
              <a:t>Mobile application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Q/A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8943" y="3086099"/>
            <a:ext cx="3507582" cy="13573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5400" dirty="0"/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481</Words>
  <Application>Microsoft Office PowerPoint</Application>
  <PresentationFormat>On-screen Show (4:3)</PresentationFormat>
  <Paragraphs>164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Majeed Foods Desktop Management Application</vt:lpstr>
      <vt:lpstr>Introduction</vt:lpstr>
      <vt:lpstr>Motivation</vt:lpstr>
      <vt:lpstr>Goals</vt:lpstr>
      <vt:lpstr>System Scope</vt:lpstr>
      <vt:lpstr>Tools Used</vt:lpstr>
      <vt:lpstr>SRS Overview</vt:lpstr>
      <vt:lpstr>Use Case - Menu</vt:lpstr>
      <vt:lpstr>Use Case - Shift</vt:lpstr>
      <vt:lpstr>System Sequence Diagram</vt:lpstr>
      <vt:lpstr>System Sequence Diagram</vt:lpstr>
      <vt:lpstr>System Sequence Diagram</vt:lpstr>
      <vt:lpstr>System Sequence Diagram</vt:lpstr>
      <vt:lpstr>Domain Model</vt:lpstr>
      <vt:lpstr>Sequence Diagram</vt:lpstr>
      <vt:lpstr>Sequence Diagram</vt:lpstr>
      <vt:lpstr>Sequence Diagram</vt:lpstr>
      <vt:lpstr>Sequence Diagram</vt:lpstr>
      <vt:lpstr>Design Class Diagram</vt:lpstr>
      <vt:lpstr>DB Schema</vt:lpstr>
      <vt:lpstr>DB Schema</vt:lpstr>
      <vt:lpstr>DB Schema</vt:lpstr>
      <vt:lpstr>DB Schema</vt:lpstr>
      <vt:lpstr>Screenshots - Login</vt:lpstr>
      <vt:lpstr>Screenshots - Manager Dashboard</vt:lpstr>
      <vt:lpstr>Screenshots - Waiter Dashboard</vt:lpstr>
      <vt:lpstr>Screenshots - Menu UI</vt:lpstr>
      <vt:lpstr>Screenshots - Stock UI</vt:lpstr>
      <vt:lpstr>Screenshots - Shift UI</vt:lpstr>
      <vt:lpstr>Screenshots - Balance UI</vt:lpstr>
      <vt:lpstr>Screenshots - Report UI </vt:lpstr>
      <vt:lpstr>Working Demo</vt:lpstr>
      <vt:lpstr>Acceptance Test – Add Menu Item</vt:lpstr>
      <vt:lpstr>Acceptance Test – Add Stock Item</vt:lpstr>
      <vt:lpstr>Acceptance Test – Assign Waiter to Shift</vt:lpstr>
      <vt:lpstr>Acceptance Test – Deduct Purchase</vt:lpstr>
      <vt:lpstr>Challenges</vt:lpstr>
      <vt:lpstr>Requirements Coverage</vt:lpstr>
      <vt:lpstr>Conclusion</vt:lpstr>
      <vt:lpstr>Future Enhancements</vt:lpstr>
      <vt:lpstr>Q/A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MALIK UMAIS</cp:lastModifiedBy>
  <cp:revision>6</cp:revision>
  <dcterms:created xsi:type="dcterms:W3CDTF">2013-01-27T09:14:16Z</dcterms:created>
  <dcterms:modified xsi:type="dcterms:W3CDTF">2025-12-22T16:34:26Z</dcterms:modified>
  <cp:category/>
</cp:coreProperties>
</file>